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2.jpeg" ContentType="image/jpeg"/>
  <Override PartName="/ppt/media/image11.jpeg" ContentType="image/jpeg"/>
  <Override PartName="/ppt/media/image13.png" ContentType="image/pn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28441073"/>
        <c:axId val="72907536"/>
      </c:barChart>
      <c:catAx>
        <c:axId val="28441073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72907536"/>
        <c:crosses val="autoZero"/>
        <c:auto val="1"/>
        <c:lblAlgn val="ctr"/>
        <c:lblOffset val="100"/>
        <c:noMultiLvlLbl val="0"/>
      </c:catAx>
      <c:valAx>
        <c:axId val="7290753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844107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2190039"/>
        <c:axId val="40153010"/>
      </c:barChart>
      <c:catAx>
        <c:axId val="32190039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0153010"/>
        <c:crosses val="autoZero"/>
        <c:auto val="1"/>
        <c:lblAlgn val="ctr"/>
        <c:lblOffset val="100"/>
        <c:noMultiLvlLbl val="0"/>
      </c:catAx>
      <c:valAx>
        <c:axId val="40153010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3219003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98508652"/>
        <c:axId val="15860491"/>
      </c:barChart>
      <c:catAx>
        <c:axId val="98508652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5860491"/>
        <c:crosses val="autoZero"/>
        <c:auto val="1"/>
        <c:lblAlgn val="ctr"/>
        <c:lblOffset val="100"/>
        <c:noMultiLvlLbl val="0"/>
      </c:catAx>
      <c:valAx>
        <c:axId val="1586049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850865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0805D6-BC7E-49F4-AAA6-976CB67E53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55F189-4B8F-447E-BB26-5A3DB7779E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BBB8A43-5337-4BCF-9F74-C844FEF9A7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877F4C6-DAD1-4CC8-8012-0F3770621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854829D-F7FD-438A-819E-84211DDF0B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2673DA2-A4D0-4E9C-B546-285F1D548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005CEE0-2FA7-4674-9587-F4D36A9C5D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E627448-1706-4B93-8B13-6078863A3C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D218D1A-DCFB-403E-A7A8-DD1B37846E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B238822-8FD2-45D5-99F1-587133D2E8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02483D8-8EB1-4DD7-822F-33A5DD831E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4F302EF-C961-4B80-9F97-2E20C93669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6861F58-1B60-4EB4-AE98-5F4BC9F36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0DB64357-C422-4259-9831-122CDC2A01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A32A2A8B-B7CF-47F8-8C14-B059B673BA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37744DA1-A4D6-41E6-9FE9-1F74FA299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838804DE-B143-4922-9F74-9A4CD59E8B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C85C75B-AE90-422F-9017-20B776FB1E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C52A63F-6081-452F-B9A3-3251C7F827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3AE0B12-24CE-4694-89D2-4498022D76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98679F85-796F-4F83-9284-56B51B47D1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4FE1064C-8F1D-4989-955D-98ADA8CB70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59EC3B6-D48C-4C02-BE67-82F07E107F5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1D33C5E-C776-4FCA-8FF2-A824D47A122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AC08D4-741A-408D-849E-D3836160585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C1711D5-C8D4-40D1-B963-930A9D8EA8D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33EA0F-E88B-484C-9F84-12F9E5056D9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188406-A1F9-4AFD-9797-CA24DECEFD5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39D28A-89D8-4665-9580-75F5A5D4307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660B685-5C22-400D-986A-8735167DAFA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2A0E941-F000-4896-A2BF-B887DF76636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26AB9A-6845-4C6A-840D-3F7F3C3D7513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C13988-1B16-4C52-8D44-3DC735D4FF9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A0B218-60DD-4294-B7F0-AF7F259BAC6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4435A15-E220-4574-813A-B66296F8CBE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461F9A-5F6C-49BD-BBF4-040E8574C1D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F79636-9686-4E51-BCEA-5940B9724BA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C09FFE-6DDF-4F05-959B-D27184DABAD2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AF554D-1C02-493E-9489-47014DA7D326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425CB9F-A42D-4108-A9AA-9EBAC2DC12CC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BAE925-F075-450E-B78B-F19670D3DA1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DD198C-A540-4D86-8E3E-E6B7F8CD1090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28756CF-072E-4B25-98EF-6A08B51B13A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145FC56-A6BB-4863-B076-92BC3F1D949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6678720" y="1956240"/>
            <a:ext cx="4686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Праздничная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презентация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6360840" y="3789000"/>
            <a:ext cx="5426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8 Марта и 23 Февраля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86400" y="1371600"/>
            <a:ext cx="2714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dc143c"/>
                </a:solidFill>
                <a:latin typeface="Montserrat"/>
              </a:rPr>
              <a:t>С 8 Марта!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Поздравляем с Международным женским днём!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счастья, любви, весеннего настроения!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каждый день дарит радость и вдохновение!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8958960" y="0"/>
            <a:ext cx="3230640" cy="265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941640" y="1371600"/>
            <a:ext cx="40032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dc143c"/>
                </a:solidFill>
                <a:latin typeface="Montserrat"/>
              </a:rPr>
              <a:t>Весна и красота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Женская красота украшает этот мир!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Будьте прекрасны, любимы и счастливы!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улыбки никогда не сходят с ваших лиц!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8967240" y="0"/>
            <a:ext cx="3224880" cy="265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3322800" y="1371600"/>
            <a:ext cx="52408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dc143c"/>
                </a:solidFill>
                <a:latin typeface="Montserrat"/>
              </a:rPr>
              <a:t>Любимым женщинам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Спасибо за вашу заботу, теплоту и понимание!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Вы делаете этот мир лучше и светлее!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вам исполнения всех желаний!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8907120" y="0"/>
            <a:ext cx="3285000" cy="261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 rot="28200">
            <a:off x="8675280" y="14040"/>
            <a:ext cx="3507120" cy="2339640"/>
          </a:xfrm>
          <a:prstGeom prst="rect">
            <a:avLst/>
          </a:prstGeom>
          <a:ln w="0">
            <a:noFill/>
          </a:ln>
        </p:spPr>
      </p:pic>
      <p:sp>
        <p:nvSpPr>
          <p:cNvPr id="129" name="TextBox 1"/>
          <p:cNvSpPr/>
          <p:nvPr/>
        </p:nvSpPr>
        <p:spPr>
          <a:xfrm>
            <a:off x="3923280" y="1371600"/>
            <a:ext cx="4039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dc143c"/>
                </a:solidFill>
                <a:latin typeface="Montserrat"/>
              </a:rPr>
              <a:t>Цветы и улыбки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Море цветов, улыбок и комплиментов!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сбываются самые заветные мечты!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 праздником весны и красоты!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4046040" y="1371600"/>
            <a:ext cx="3794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dc143c"/>
                </a:solidFill>
                <a:latin typeface="Montserrat"/>
              </a:rPr>
              <a:t>Мира и счастья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Гармонии в душе, успехов во всём!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Здоровья, благополучия и процветания!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 Международным женским днём!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8950680" y="0"/>
            <a:ext cx="3241440" cy="259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4154400" y="1371600"/>
            <a:ext cx="3578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С 23 Февраля!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Поздравляем с Днём защитника Отечества!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крепкого здоровья, мужества и силы!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Мирного неба над головой!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3079800" y="1371600"/>
            <a:ext cx="57268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Защитникам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Спасибо за вашу отвагу и героизм!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За мир и спокойствие в нашей стране!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Вы наша гордость и опора!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741120" y="1371600"/>
            <a:ext cx="4404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Мужество и честь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уверенности в завтрашнем дне!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Успехов во всех начинаниях и делах!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Силы духа и стойкости!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3206520" y="1371600"/>
            <a:ext cx="5473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Настоящим мужчинам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Надёжности, верности и преданности!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Новых достижений и высоких целей!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Вы лучшие!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3544560" y="1371600"/>
            <a:ext cx="4797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С Днём защитника!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914400" y="2286000"/>
            <a:ext cx="100580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Побед, успехов и новых вершин!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Благополучия вам и вашим семьям!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 праздником!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920" cy="87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920" cy="23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2026-03-07T12:28:43Z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